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RedNorte - Parcial 3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Arquitectura de microservicios, pruebas y mejoras</a:t>
            </a:r>
          </a:p>
          <a:p>
            <a:r>
              <a:t>Fecha: 28-06-2026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Arquitectura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Frontend React + Vite (5173)</a:t>
            </a:r>
          </a:p>
          <a:p>
            <a:r>
              <a:t>BFF Spring Boot (8080)</a:t>
            </a:r>
          </a:p>
          <a:p>
            <a:r>
              <a:t>ms-pacientes (8081) y ms-citas (8082)</a:t>
            </a:r>
          </a:p>
          <a:p>
            <a:r>
              <a:t>Service discovery con Eureka (8761)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Business Core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Alta de paciente</a:t>
            </a:r>
          </a:p>
          <a:p>
            <a:r>
              <a:t>Actualizacion de paciente</a:t>
            </a:r>
          </a:p>
          <a:p>
            <a:r>
              <a:t>Alta de cita asociada</a:t>
            </a:r>
          </a:p>
          <a:p>
            <a:r>
              <a:t>Consulta de citas</a:t>
            </a:r>
          </a:p>
          <a:p>
            <a:r>
              <a:t>Eliminacion y consistencia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Pruebas Unitarias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ms-pacientes: 94.20%</a:t>
            </a:r>
          </a:p>
          <a:p>
            <a:r>
              <a:t>ms-citas: 94.63%</a:t>
            </a:r>
          </a:p>
          <a:p>
            <a:r>
              <a:t>bff: 63.27%</a:t>
            </a:r>
          </a:p>
          <a:p>
            <a:r>
              <a:t>Promedio backend: 83.70%</a:t>
            </a:r>
          </a:p>
          <a:p>
            <a:r>
              <a:t>Evidencia: entregables/informe_pruebas_unitarias.txt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Integracion (Ejecucion)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INT-00 disponibilidad de servicios: PASS</a:t>
            </a:r>
          </a:p>
          <a:p>
            <a:r>
              <a:t>INT-01 alta paciente via BFF: PASS</a:t>
            </a:r>
          </a:p>
          <a:p>
            <a:r>
              <a:t>INT-02 alta cita asociada: PASS</a:t>
            </a:r>
          </a:p>
          <a:p>
            <a:r>
              <a:t>INT-03 no happy path recurso inexistente: PASS</a:t>
            </a:r>
          </a:p>
          <a:p>
            <a:r>
              <a:t>Evidencia: entregables/INFORME_PRUEBAS_INTEGRACION_E2E.md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End-to-End UI (Playwright)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Caso E2E-UI-01 alta paciente + cita: PASS</a:t>
            </a:r>
          </a:p>
          <a:p>
            <a:r>
              <a:t>Caso E2E-UI-02 validacion no happy path: PASS</a:t>
            </a:r>
          </a:p>
          <a:p>
            <a:r>
              <a:t>Comando: npm run test:e2e</a:t>
            </a:r>
          </a:p>
          <a:p>
            <a:r>
              <a:t>Evidencia: rednorte-frontend/playwright-report/index.html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Hallazgos y Mejora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Hallazgo: bug en validador RUT con digito numerico</a:t>
            </a:r>
          </a:p>
          <a:p>
            <a:r>
              <a:t>Causa: comparacion number vs string</a:t>
            </a:r>
          </a:p>
          <a:p>
            <a:r>
              <a:t>Correccion: String(V) en validators.js</a:t>
            </a:r>
          </a:p>
          <a:p>
            <a:r>
              <a:t>Resultado: validacion correcta de RUT y prueba E2E estable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Evidencia para defensa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Diagrama de arquitectura</a:t>
            </a:r>
          </a:p>
          <a:p>
            <a:r>
              <a:t>Demo UI y API (Postman/OpenAPI)</a:t>
            </a:r>
          </a:p>
          <a:p>
            <a:r>
              <a:t>Reportes unitarios + integracion + e2e</a:t>
            </a:r>
          </a:p>
          <a:p>
            <a:r>
              <a:t>Bugs detectados y mejoras aplicadas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Conclusiones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Entrega cubre unitarias, integracion y end-to-end</a:t>
            </a:r>
          </a:p>
          <a:p>
            <a:r>
              <a:t>Pruebas enfocadas en procesos criticos del negocio</a:t>
            </a:r>
          </a:p>
          <a:p>
            <a:r>
              <a:t>Existe trazabilidad de resultados y mejoras</a:t>
            </a:r>
          </a:p>
          <a:p>
            <a:r>
              <a:t>Sistema listo para defensa oral con evidencia tecnica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